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Fira Code" panose="020F0502020204030204" pitchFamily="49" charset="0"/>
      <p:bold r:id="rId12"/>
    </p:embeddedFont>
    <p:embeddedFont>
      <p:font typeface="Plus Jakarta Sans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ifa Jasmine" userId="921a033a5bd26cb9" providerId="LiveId" clId="{CCA461C5-79A0-4967-A53F-7164E60A30B5}"/>
    <pc:docChg chg="delSld">
      <pc:chgData name="Jenifa Jasmine" userId="921a033a5bd26cb9" providerId="LiveId" clId="{CCA461C5-79A0-4967-A53F-7164E60A30B5}" dt="2026-09-30T00:36:23.409" v="0" actId="2696"/>
      <pc:docMkLst>
        <pc:docMk/>
      </pc:docMkLst>
      <pc:sldChg chg="del">
        <pc:chgData name="Jenifa Jasmine" userId="921a033a5bd26cb9" providerId="LiveId" clId="{CCA461C5-79A0-4967-A53F-7164E60A30B5}" dt="2026-09-30T00:36:23.409" v="0" actId="2696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34025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5340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010650" y="592455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64293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50" y="6029325"/>
            <a:ext cx="13335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0" y="609600"/>
            <a:ext cx="2286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Fira Code"/>
              </a:rPr>
              <a:t>WEEK 4 ASSIGNMENT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06984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Basic Network Setup &amp; Security Testing in a Lab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36615"/>
            <a:ext cx="8667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Isolated virtual laboratory configuration, service deployment, Nmap enumeration, and Wireshark packet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614362"/>
            <a:ext cx="4548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Plus Jakarta Sans"/>
              </a:rPr>
              <a:t>DG INTERNSHUB • CYBERSECURITY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3050" y="6000750"/>
            <a:ext cx="2833687" cy="17145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Plus Jakarta Sans"/>
              </a:rPr>
              <a:t>Status: Verified Lab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810250"/>
            <a:ext cx="1738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STUDENT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19800"/>
            <a:ext cx="1738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K. Jenifa Jasmine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5810250"/>
            <a:ext cx="2881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STUDENT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1250" y="6019800"/>
            <a:ext cx="2881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Fira Code"/>
              </a:rPr>
              <a:t>DG/SEPTEMBER/CYBER/240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7300" y="5810250"/>
            <a:ext cx="2309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SUBMISSION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7300" y="6019800"/>
            <a:ext cx="2309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30th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14562"/>
            <a:ext cx="5334000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81362"/>
            <a:ext cx="53340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57687"/>
            <a:ext cx="5334000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2095500"/>
            <a:ext cx="5334000" cy="1323975"/>
          </a:xfrm>
          <a:prstGeom prst="roundRect">
            <a:avLst>
              <a:gd name="adj" fmla="val 86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4029075"/>
            <a:ext cx="5334000" cy="1362075"/>
          </a:xfrm>
          <a:prstGeom prst="roundRect">
            <a:avLst>
              <a:gd name="adj" fmla="val 8391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10825" y="2324100"/>
            <a:ext cx="942975" cy="2476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44125" y="4276725"/>
            <a:ext cx="1190625" cy="2476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862" y="3609975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428875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495675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572000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352675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050" y="430530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LAB ENVIRONMENT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Isolated Host-Only Virtual Subnet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709862"/>
            <a:ext cx="6167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Oracle VirtualBox with vboxnet0 host-only adapter.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776662"/>
            <a:ext cx="6167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Fira Code"/>
              </a:rPr>
              <a:t>192.168.56.0/24 (Subnet Mask 255.255.255.0)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852987"/>
            <a:ext cx="6167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Zero external network exposure during security testing.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2686050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Fira Code"/>
              </a:rPr>
              <a:t>IP: 192.168.56.103 / 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2971800"/>
            <a:ext cx="571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Plus Jakarta Sans"/>
              </a:rPr>
              <a:t>Role: Security Scanning &amp; Packet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4337" y="3638550"/>
            <a:ext cx="2667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HOST-ONLY VIRTUAL BRIDGE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4638675"/>
            <a:ext cx="56959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Fira Code"/>
              </a:rPr>
              <a:t>IP: 192.168.56.104 /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6050" y="4924425"/>
            <a:ext cx="56959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Role: Target Web Server (Apache2)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425" y="2414587"/>
            <a:ext cx="246280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Virtualization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2050" y="3481387"/>
            <a:ext cx="22752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Target Subnet 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375" y="4557712"/>
            <a:ext cx="19252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Security 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5125" y="2362200"/>
            <a:ext cx="809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KALI LINUX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8425" y="4314825"/>
            <a:ext cx="1057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UBUNTU LINUX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1325" y="2328862"/>
            <a:ext cx="213776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Attacker Machine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1800" y="4281487"/>
            <a:ext cx="186273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Target 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67375"/>
            <a:ext cx="10972800" cy="733425"/>
          </a:xfrm>
          <a:prstGeom prst="roundRect">
            <a:avLst>
              <a:gd name="adj" fmla="val 1298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49983"/>
            <a:ext cx="3505200" cy="2253257"/>
          </a:xfrm>
          <a:prstGeom prst="roundRect">
            <a:avLst>
              <a:gd name="adj" fmla="val 50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249983"/>
            <a:ext cx="3505200" cy="2253257"/>
          </a:xfrm>
          <a:prstGeom prst="roundRect">
            <a:avLst>
              <a:gd name="adj" fmla="val 50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249983"/>
            <a:ext cx="3505200" cy="2253257"/>
          </a:xfrm>
          <a:prstGeom prst="roundRect">
            <a:avLst>
              <a:gd name="adj" fmla="val 50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526208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52620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526208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2650033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37" y="2650033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2650033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TASK 01 • NETWORK SETUP &amp; HOST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Interface Configuration &amp; Ping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81977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0B981"/>
                </a:solidFill>
                <a:latin typeface="Fira Code"/>
              </a:rPr>
              <a:t>$ ping -c 4 192.168.56.104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6057900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Fira Code"/>
              </a:rPr>
              <a:t>4 packets transmitted, 4 received, 0% packet loss, rtt min/avg/max = 2.601/4.763/7.215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173908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Adapter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507283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Host-Only Adapter configured on eth0 for Kali and enp0s3 for Ubuntu target.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3173908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ICMP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3507283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0% packet loss ping confirmation between 192.168.56.103 and 192.168.56.104.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173908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Host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507283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Nmap sweep identified active target host within 20.75 seconds latency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53250" y="2200275"/>
            <a:ext cx="4629150" cy="3086100"/>
          </a:xfrm>
          <a:prstGeom prst="roundRect">
            <a:avLst>
              <a:gd name="adj" fmla="val 370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01050" y="2476500"/>
            <a:ext cx="1733550" cy="2857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67575" y="3962400"/>
            <a:ext cx="400050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6574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505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1338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TASK 02 • TARGET SERVICE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Apache Web Server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6756" y="2533650"/>
            <a:ext cx="18621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5803D"/>
                </a:solidFill>
                <a:latin typeface="Plus Jakarta Sans"/>
              </a:rPr>
              <a:t>HTTP SERVICE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2496" y="2905125"/>
            <a:ext cx="5250656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0F172A"/>
                </a:solidFill>
                <a:latin typeface="Plus Jakarta Sans"/>
              </a:rPr>
              <a:t>Apache 2.4.66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7512" y="3514725"/>
            <a:ext cx="5000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Ubuntu Linux Target Daemon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26574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350520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413385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0" y="4124325"/>
            <a:ext cx="4595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Fira Code"/>
              </a:rPr>
              <a:t>Port:</a:t>
            </a:r>
            <a:r>
              <a:rPr sz="1125" b="0" i="0" u="none">
                <a:solidFill>
                  <a:srgbClr val="0F172A"/>
                </a:solidFill>
                <a:latin typeface="Fira Code"/>
              </a:rPr>
              <a:t> 80/tcp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0" y="4371975"/>
            <a:ext cx="4595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Fira Code"/>
              </a:rPr>
              <a:t>Header:</a:t>
            </a:r>
            <a:r>
              <a:rPr sz="1125" b="0" i="0" u="none">
                <a:solidFill>
                  <a:srgbClr val="0F172A"/>
                </a:solidFill>
                <a:latin typeface="Fira Code"/>
              </a:rPr>
              <a:t> 200 OK (text/html)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0" y="4619625"/>
            <a:ext cx="4595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Fira Code"/>
              </a:rPr>
              <a:t>Access:</a:t>
            </a:r>
            <a:r>
              <a:rPr sz="1125" b="0" i="0" u="none">
                <a:solidFill>
                  <a:srgbClr val="0F172A"/>
                </a:solidFill>
                <a:latin typeface="Fira Code"/>
              </a:rPr>
              <a:t> Verified from Kali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2657475"/>
            <a:ext cx="72759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APT Package Installation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2914650"/>
            <a:ext cx="5638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Installed Apache2 on Ubuntu target; repaired dependencies with --fix-broken.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3505200"/>
            <a:ext cx="68258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Service State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3762375"/>
            <a:ext cx="6500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Confirmed active (running) daemon via systemctl status apache2.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4133850"/>
            <a:ext cx="72759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Remote HTTP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4391025"/>
            <a:ext cx="5638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Executed curl http://192.168.56.104 from Kali Linux to retrieve default HTML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05450"/>
            <a:ext cx="10972800" cy="89535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78571"/>
            <a:ext cx="3505200" cy="1834157"/>
          </a:xfrm>
          <a:prstGeom prst="roundRect">
            <a:avLst>
              <a:gd name="adj" fmla="val 6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498526"/>
            <a:ext cx="3505200" cy="1594246"/>
          </a:xfrm>
          <a:prstGeom prst="roundRect">
            <a:avLst>
              <a:gd name="adj" fmla="val 7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498526"/>
            <a:ext cx="3505200" cy="1594246"/>
          </a:xfrm>
          <a:prstGeom prst="roundRect">
            <a:avLst>
              <a:gd name="adj" fmla="val 7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505450"/>
            <a:ext cx="38100" cy="895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734050"/>
            <a:ext cx="1905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TASK 03 • NETWORK RECONNAISSANCE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Nmap Scanning &amp; Service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607171"/>
            <a:ext cx="3143250" cy="1376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nmap -sn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27126"/>
            <a:ext cx="3143250" cy="1137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nmap -p 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0" y="2727126"/>
            <a:ext cx="3143250" cy="1137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nmap -sV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5695950"/>
            <a:ext cx="11315700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Scan Results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972175"/>
            <a:ext cx="113157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3A8A"/>
                </a:solidFill>
                <a:latin typeface="Plus Jakarta Sans"/>
              </a:rPr>
              <a:t>Executed nmap -sV 192.168.56.104 -oN nmap_scan to save scan findings for security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902446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Ping Sweep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254871"/>
            <a:ext cx="31242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Discovered live hosts across 192.168.56.0/24 subnet without port probes.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022401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Port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3374826"/>
            <a:ext cx="3124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Confirmed open state for TCP port 80 hosting HTTP service.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022401"/>
            <a:ext cx="387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Version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374826"/>
            <a:ext cx="3124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Identified exact web banner: Apache httpd 2.4.66 (Ubuntu).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8362"/>
            <a:ext cx="6366569" cy="895350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86112"/>
            <a:ext cx="6366569" cy="895350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33862"/>
            <a:ext cx="6366569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09344" y="2338387"/>
            <a:ext cx="106680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09344" y="3386137"/>
            <a:ext cx="1066800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85544" y="4433887"/>
            <a:ext cx="99060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069" y="2219325"/>
            <a:ext cx="4263330" cy="304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594" y="2228850"/>
            <a:ext cx="4244280" cy="3028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TASK 04 • PACKET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Wireshark Protocol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14612"/>
            <a:ext cx="745814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Captured Echo Request and Reply frames during ping connectivity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662362"/>
            <a:ext cx="745814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Analyzed GET / HTTP/1.1 request and 200 OK text/html payload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710112"/>
            <a:ext cx="606176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Inspected A/AAAA record lookup queries generated via nslookup example.com.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338387"/>
            <a:ext cx="1600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ICMP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5544" y="2357437"/>
            <a:ext cx="1009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Fira Code"/>
              </a:rPr>
              <a:t>filter: icmp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386137"/>
            <a:ext cx="15751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HTTP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5544" y="3405187"/>
            <a:ext cx="1009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5803D"/>
                </a:solidFill>
                <a:latin typeface="Fira Code"/>
              </a:rPr>
              <a:t>filter: 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433887"/>
            <a:ext cx="14901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DNS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744" y="4452937"/>
            <a:ext cx="933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45309"/>
                </a:solidFill>
                <a:latin typeface="Fira Code"/>
              </a:rPr>
              <a:t>filter: dns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2628900" cy="4705350"/>
          </a:xfrm>
          <a:prstGeom prst="roundRect">
            <a:avLst>
              <a:gd name="adj" fmla="val 28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90900" y="1390650"/>
            <a:ext cx="2628900" cy="4705350"/>
          </a:xfrm>
          <a:prstGeom prst="roundRect">
            <a:avLst>
              <a:gd name="adj" fmla="val 28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1390650"/>
            <a:ext cx="2628900" cy="4705350"/>
          </a:xfrm>
          <a:prstGeom prst="roundRect">
            <a:avLst>
              <a:gd name="adj" fmla="val 28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500" y="1390650"/>
            <a:ext cx="2628900" cy="4705350"/>
          </a:xfrm>
          <a:prstGeom prst="roundRect">
            <a:avLst>
              <a:gd name="adj" fmla="val 28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39065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8200" y="5543550"/>
            <a:ext cx="2171700" cy="323850"/>
          </a:xfrm>
          <a:prstGeom prst="roundRect">
            <a:avLst>
              <a:gd name="adj" fmla="val 176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90900" y="1390650"/>
            <a:ext cx="26289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19500" y="5543550"/>
            <a:ext cx="2171700" cy="323850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90650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5543550"/>
            <a:ext cx="2171700" cy="323850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53500" y="1390650"/>
            <a:ext cx="26289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82100" y="5543550"/>
            <a:ext cx="2171700" cy="323850"/>
          </a:xfrm>
          <a:prstGeom prst="roundRect">
            <a:avLst>
              <a:gd name="adj" fmla="val 17647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TASK 05 • MINI PROJECT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End-to-End Testing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1657350"/>
            <a:ext cx="22669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STAGE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1657350"/>
            <a:ext cx="22669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STAGE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57350"/>
            <a:ext cx="22669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STAGE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1657350"/>
            <a:ext cx="22669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STAGE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33575"/>
            <a:ext cx="2850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Network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2209800"/>
            <a:ext cx="2266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Host-Only network creation in VirtualBox.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" y="56197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lus Jakarta Sans"/>
              </a:rPr>
              <a:t>Oracle VirtualBox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0" y="1933575"/>
            <a:ext cx="2850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Service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9500" y="2209800"/>
            <a:ext cx="2266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Apache2 HTTP server deployment on Ubuntu.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3287" y="56197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5803D"/>
                </a:solidFill>
                <a:latin typeface="Plus Jakarta Sans"/>
              </a:rPr>
              <a:t>Apache HTTP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33575"/>
            <a:ext cx="2850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Target Scan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09800"/>
            <a:ext cx="2266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Nmap port and version detection scan.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4587" y="56197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B45309"/>
                </a:solidFill>
                <a:latin typeface="Plus Jakarta Sans"/>
              </a:rPr>
              <a:t>Nmap CLI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2100" y="1933575"/>
            <a:ext cx="2850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Traffic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2100" y="2209800"/>
            <a:ext cx="2266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Wireshark packet capture and filter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887" y="56197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D28D9"/>
                </a:solidFill>
                <a:latin typeface="Plus Jakarta Sans"/>
              </a:rPr>
              <a:t>Wireshark Analyzer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05087"/>
            <a:ext cx="3454449" cy="2276475"/>
          </a:xfrm>
          <a:prstGeom prst="roundRect">
            <a:avLst>
              <a:gd name="adj" fmla="val 66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605087"/>
            <a:ext cx="3454449" cy="2276475"/>
          </a:xfrm>
          <a:prstGeom prst="roundRect">
            <a:avLst>
              <a:gd name="adj" fmla="val 66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605087"/>
            <a:ext cx="3454449" cy="2276475"/>
          </a:xfrm>
          <a:prstGeom prst="roundRect">
            <a:avLst>
              <a:gd name="adj" fmla="val 66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EVALUATION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Metrics &amp; Verification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325" y="2957512"/>
            <a:ext cx="343699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59669"/>
                </a:solidFill>
                <a:latin typeface="Plus Jakarta San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400" y="3795712"/>
            <a:ext cx="36088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Connectivity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325" y="4090987"/>
            <a:ext cx="343699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Zero ICMP packet loss between VMs.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7574" y="2957512"/>
            <a:ext cx="343699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Plus Jakarta Sans"/>
              </a:rP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649" y="3795712"/>
            <a:ext cx="36088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Active Web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574" y="4090987"/>
            <a:ext cx="343699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Verified open Apache HTTP service.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6824" y="2957512"/>
            <a:ext cx="343699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D97706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0899" y="3795712"/>
            <a:ext cx="36088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Protocols Analyzed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824" y="4090987"/>
            <a:ext cx="343699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Captured ICMP, HTTP, and DNS traffic.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14450"/>
            <a:ext cx="5334000" cy="5086350"/>
          </a:xfrm>
          <a:prstGeom prst="roundRect">
            <a:avLst>
              <a:gd name="adj" fmla="val 22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14450"/>
            <a:ext cx="5334000" cy="5086350"/>
          </a:xfrm>
          <a:prstGeom prst="roundRect">
            <a:avLst>
              <a:gd name="adj" fmla="val 22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04962"/>
            <a:ext cx="180975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604962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INSIGHTS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Technical Findings &amp; Security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1590675"/>
            <a:ext cx="247530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Overall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1981200"/>
            <a:ext cx="4876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Controlled Subnet: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Isolated VirtualBox host-only environment functions reliably.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552700"/>
            <a:ext cx="4876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Accurate Enumeration: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Nmap service banner scanning correctly identified target 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124200"/>
            <a:ext cx="4876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Full Packet Visibility: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Wireshark display filters isolated unencrypted HTTP payload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9425" y="1590675"/>
            <a:ext cx="283785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Security &amp; Ethical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1981200"/>
            <a:ext cx="4876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Authorized Scope: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Testing strictly confined to designated virtual machines.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552700"/>
            <a:ext cx="4876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Attack Surface Reduction: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Closed unused ports to harden target Linux instance.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124200"/>
            <a:ext cx="4876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Zero Footprint Leak: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Isolated network prevents accidental external scanning.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8500" y="4968180"/>
            <a:ext cx="57150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38500" y="4968180"/>
            <a:ext cx="571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51669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61219"/>
            <a:ext cx="3048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356" y="5234880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768" y="5234880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24375" y="2480369"/>
            <a:ext cx="3143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0B981"/>
                </a:solidFill>
                <a:latin typeface="Plus Jakarta Sans"/>
              </a:rPr>
              <a:t>WEEK 4 ASSESSMENT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766119"/>
            <a:ext cx="100012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Foundational Security Lab Successfully Executed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8812" y="4053780"/>
            <a:ext cx="833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Mastered virtual network setup, web service configuration, Nmap enumeration, and packet-level protocol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7143" y="5206305"/>
            <a:ext cx="1762125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K. Jenifa Jasmine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2034" y="5206305"/>
            <a:ext cx="1607343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DG InternsHub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663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Plus Jakarta Sans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Jenifa Jasmine</cp:lastModifiedBy>
  <cp:revision>1</cp:revision>
  <dcterms:created xsi:type="dcterms:W3CDTF">2013-01-27T09:14:16Z</dcterms:created>
  <dcterms:modified xsi:type="dcterms:W3CDTF">2026-09-30T00:36:32Z</dcterms:modified>
  <cp:category/>
</cp:coreProperties>
</file>